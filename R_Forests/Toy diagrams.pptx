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9857-3BA6-4BF7-49C7-938EE8953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B745B-5F30-7141-4623-E40A50F98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8EFF7-A53E-8C95-8628-85B0A194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CE41E-0D3F-14BF-D8BA-0A989782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6618B-919C-2632-38AD-3FAE0D96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94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A814-2497-A69E-ABE6-49B41D09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0488-E48B-F07A-8CF1-499CBB350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1C11-93E8-8399-A2F6-2F9A88DA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18105-1E6A-1544-CF08-22C38FA94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43E1F-56BE-3B73-7753-8C86D93E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63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7F1F-B98D-12CA-7F29-96CDE624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23C0-B64E-8D73-C6E2-CB50B5D92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AB601-7E20-F5A0-6B46-572D23CD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8F950-80E1-FBE1-AFC5-F48F118B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715C8-AA30-09B6-FE76-0F9C5729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267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8C94-C551-37F5-9D8E-E8963888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440D-31EA-29F6-0D8B-42ABAF15E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AF1B7-7A09-E148-8849-56D0E4887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E5A22-A36D-C703-9C3E-5C287DEE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8D21B-61E3-5A76-4719-9D0E903E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A6032-ABF5-9527-2B51-52EAA28F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0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9D5B-768C-773A-B6BE-16D21891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CA7D3-EF81-D4A4-009A-EFE68674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5DC0E-CB35-E283-41A1-6B2BC01D7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E7B06-DBFB-9406-C45F-72630606D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53D21-BBDA-FC50-416E-58B46798D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12D6E-E2C0-6A4D-B1C1-6C7FFA91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924D0-6F71-332B-F406-4DD2603E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9DF7EF-3FEB-1F0E-4E90-D4AFCEE1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37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2551-7C8A-2105-65ED-58864781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2339A5-2054-C189-9981-183A0963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E7E55-DE7C-9037-1E86-C1122A98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91E60-0835-6144-B58D-11DC44EA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27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0465F-EBD6-8C88-B314-7BB426EE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E6635-F171-9FA3-9BB7-980C1E07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5341E-0F5A-9E7A-A7BE-AE22E43E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32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4F2B-E037-8E3E-D080-F1892280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4D98-4840-0ACC-CF02-4433E441B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2842B-3678-A953-8B39-EA9049CF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867F9-CE65-57BA-2CA2-8CB17D7A0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96C3F-B579-916A-3E4F-C0A9DC98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8D17E-665A-CCEB-C37E-A4B92584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01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6FF3-4B79-4D12-B290-913F8D9C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2695C-296B-389F-289A-EB904C567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0DE12-13C3-019C-0216-4CAA68DA3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2BE64-56C4-3B3A-5643-DA9E76C8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51ED6-A676-939A-5FA1-B8EFB640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32A69-6DDE-23C6-C8C0-68E3D553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14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FC66-6310-7DF6-296D-751740B5F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CA082-55C0-4AAE-FF86-57231161D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F5C8F-B2C1-1849-88AC-C62AD9A6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2C322-EC7A-5282-95DC-BD122C65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6C156-C4C7-15F5-64F6-D1D5B86F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7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72417-3553-9144-5197-83711B6E0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633EF-3784-6C05-39D9-805A9236A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DDF9-247D-3057-BA67-46C2E1D0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E7655-C0B0-A434-5DEF-CDF1D70FD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99F73-6BD5-E36E-085F-7E26E2FB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5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48D96-8E8E-E71A-DBE3-F1234A60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8FF1-FB90-B8B0-B9B0-BBB38EBC5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CFAE-FE6E-3724-5B82-BAF0B7ED9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50C13-0F82-4DF1-95B7-A6ECF0B60CBD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F4EF4-0197-A1D7-7D42-43ADC7EB9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C017-4EB8-95EE-C5A8-E891A9A7A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18A51-0BF2-4DA0-8AEC-667B2C8573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2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A48F67-AE82-36C5-F5C7-FD90A5AC9066}"/>
              </a:ext>
            </a:extLst>
          </p:cNvPr>
          <p:cNvSpPr txBox="1"/>
          <p:nvPr/>
        </p:nvSpPr>
        <p:spPr>
          <a:xfrm>
            <a:off x="2527808" y="5803314"/>
            <a:ext cx="6494272" cy="37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maj</a:t>
            </a:r>
            <a:r>
              <a:rPr lang="en-GB" dirty="0"/>
              <a:t>    </a:t>
            </a:r>
            <a:r>
              <a:rPr lang="en-GB" dirty="0" err="1"/>
              <a:t>jan</a:t>
            </a:r>
            <a:r>
              <a:rPr lang="en-GB" dirty="0"/>
              <a:t>    </a:t>
            </a:r>
            <a:r>
              <a:rPr lang="en-GB" dirty="0" err="1"/>
              <a:t>jul</a:t>
            </a:r>
            <a:r>
              <a:rPr lang="en-GB" dirty="0"/>
              <a:t>    </a:t>
            </a:r>
            <a:r>
              <a:rPr lang="en-GB" dirty="0" err="1"/>
              <a:t>jun</a:t>
            </a:r>
            <a:r>
              <a:rPr lang="en-GB" dirty="0"/>
              <a:t>    </a:t>
            </a:r>
            <a:r>
              <a:rPr lang="en-GB" dirty="0" err="1"/>
              <a:t>aug</a:t>
            </a:r>
            <a:r>
              <a:rPr lang="en-GB" dirty="0"/>
              <a:t>    </a:t>
            </a:r>
            <a:r>
              <a:rPr lang="en-GB" dirty="0" err="1"/>
              <a:t>nov</a:t>
            </a:r>
            <a:r>
              <a:rPr lang="en-GB" dirty="0"/>
              <a:t>     </a:t>
            </a:r>
            <a:r>
              <a:rPr lang="en-GB" dirty="0" err="1"/>
              <a:t>apr</a:t>
            </a:r>
            <a:r>
              <a:rPr lang="en-GB" dirty="0"/>
              <a:t>    </a:t>
            </a:r>
            <a:r>
              <a:rPr lang="en-GB" dirty="0" err="1"/>
              <a:t>feb</a:t>
            </a:r>
            <a:r>
              <a:rPr lang="en-GB" dirty="0"/>
              <a:t>    </a:t>
            </a:r>
            <a:r>
              <a:rPr lang="en-GB" dirty="0" err="1"/>
              <a:t>sep</a:t>
            </a:r>
            <a:r>
              <a:rPr lang="en-GB" dirty="0"/>
              <a:t>    mar    dec    oct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4FA8AA-175A-CF46-59BF-465385691E00}"/>
              </a:ext>
            </a:extLst>
          </p:cNvPr>
          <p:cNvCxnSpPr>
            <a:cxnSpLocks/>
          </p:cNvCxnSpPr>
          <p:nvPr/>
        </p:nvCxnSpPr>
        <p:spPr>
          <a:xfrm>
            <a:off x="2405888" y="5678424"/>
            <a:ext cx="661619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F0FA21-C074-4C7B-E286-1D24251C9E00}"/>
              </a:ext>
            </a:extLst>
          </p:cNvPr>
          <p:cNvCxnSpPr>
            <a:cxnSpLocks/>
          </p:cNvCxnSpPr>
          <p:nvPr/>
        </p:nvCxnSpPr>
        <p:spPr>
          <a:xfrm flipV="1">
            <a:off x="2558288" y="457200"/>
            <a:ext cx="0" cy="537362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F1C9B6-4AFD-C6EF-DDCF-98D33BD902DD}"/>
              </a:ext>
            </a:extLst>
          </p:cNvPr>
          <p:cNvSpPr txBox="1"/>
          <p:nvPr/>
        </p:nvSpPr>
        <p:spPr>
          <a:xfrm>
            <a:off x="1577472" y="165629"/>
            <a:ext cx="10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Duration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BA96A1-BC7A-345F-2E50-4B275BD65651}"/>
              </a:ext>
            </a:extLst>
          </p:cNvPr>
          <p:cNvCxnSpPr/>
          <p:nvPr/>
        </p:nvCxnSpPr>
        <p:spPr>
          <a:xfrm>
            <a:off x="2403348" y="4245370"/>
            <a:ext cx="309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C0E2B30-A1C2-6C94-6880-B2F30E6E6F74}"/>
              </a:ext>
            </a:extLst>
          </p:cNvPr>
          <p:cNvSpPr txBox="1"/>
          <p:nvPr/>
        </p:nvSpPr>
        <p:spPr>
          <a:xfrm>
            <a:off x="1577472" y="4063999"/>
            <a:ext cx="8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219.5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36CBC4-6360-152B-FB31-9DFDA29CE58D}"/>
              </a:ext>
            </a:extLst>
          </p:cNvPr>
          <p:cNvCxnSpPr/>
          <p:nvPr/>
        </p:nvCxnSpPr>
        <p:spPr>
          <a:xfrm>
            <a:off x="2382012" y="1901458"/>
            <a:ext cx="309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0B235B-6F13-B98E-CC7B-A0CAF7DCC9F5}"/>
              </a:ext>
            </a:extLst>
          </p:cNvPr>
          <p:cNvSpPr txBox="1"/>
          <p:nvPr/>
        </p:nvSpPr>
        <p:spPr>
          <a:xfrm>
            <a:off x="1556136" y="1720087"/>
            <a:ext cx="8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628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37D1C9-2057-538A-CFAD-EFAEA687A0CB}"/>
              </a:ext>
            </a:extLst>
          </p:cNvPr>
          <p:cNvCxnSpPr/>
          <p:nvPr/>
        </p:nvCxnSpPr>
        <p:spPr>
          <a:xfrm>
            <a:off x="2737866" y="4245370"/>
            <a:ext cx="607415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8D4448-8A80-04AC-A9AC-25F2DACB7EA1}"/>
              </a:ext>
            </a:extLst>
          </p:cNvPr>
          <p:cNvCxnSpPr>
            <a:cxnSpLocks/>
          </p:cNvCxnSpPr>
          <p:nvPr/>
        </p:nvCxnSpPr>
        <p:spPr>
          <a:xfrm flipV="1">
            <a:off x="5588000" y="4245370"/>
            <a:ext cx="0" cy="1433054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CA95ADF-6509-C153-87BA-C3201ADF5BCD}"/>
              </a:ext>
            </a:extLst>
          </p:cNvPr>
          <p:cNvCxnSpPr/>
          <p:nvPr/>
        </p:nvCxnSpPr>
        <p:spPr>
          <a:xfrm>
            <a:off x="2727706" y="1908570"/>
            <a:ext cx="607415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674919F-FD02-F22B-4BC9-0046379A5497}"/>
              </a:ext>
            </a:extLst>
          </p:cNvPr>
          <p:cNvSpPr txBox="1"/>
          <p:nvPr/>
        </p:nvSpPr>
        <p:spPr>
          <a:xfrm>
            <a:off x="4551680" y="1066800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54106A-8642-F57A-EC24-84E081F5CCD5}"/>
              </a:ext>
            </a:extLst>
          </p:cNvPr>
          <p:cNvCxnSpPr>
            <a:cxnSpLocks/>
          </p:cNvCxnSpPr>
          <p:nvPr/>
        </p:nvCxnSpPr>
        <p:spPr>
          <a:xfrm flipV="1">
            <a:off x="4094480" y="1908570"/>
            <a:ext cx="0" cy="23368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039ABD-10A2-4D04-8FC0-2EA7F984D6A1}"/>
              </a:ext>
            </a:extLst>
          </p:cNvPr>
          <p:cNvCxnSpPr/>
          <p:nvPr/>
        </p:nvCxnSpPr>
        <p:spPr>
          <a:xfrm>
            <a:off x="2403348" y="3605290"/>
            <a:ext cx="309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7E4DDD5-3604-A9C8-5350-74A4AB63557A}"/>
              </a:ext>
            </a:extLst>
          </p:cNvPr>
          <p:cNvSpPr txBox="1"/>
          <p:nvPr/>
        </p:nvSpPr>
        <p:spPr>
          <a:xfrm>
            <a:off x="1577472" y="3423919"/>
            <a:ext cx="840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387.5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B38C2E3-768A-BE23-EB22-245090CD8209}"/>
              </a:ext>
            </a:extLst>
          </p:cNvPr>
          <p:cNvCxnSpPr>
            <a:cxnSpLocks/>
          </p:cNvCxnSpPr>
          <p:nvPr/>
        </p:nvCxnSpPr>
        <p:spPr>
          <a:xfrm>
            <a:off x="2778506" y="3615450"/>
            <a:ext cx="131597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500738-ECA8-C14F-1635-F62854C80A51}"/>
              </a:ext>
            </a:extLst>
          </p:cNvPr>
          <p:cNvSpPr txBox="1"/>
          <p:nvPr/>
        </p:nvSpPr>
        <p:spPr>
          <a:xfrm>
            <a:off x="3027339" y="2616199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81B763-6316-DBD7-6937-70C2F6978AA3}"/>
              </a:ext>
            </a:extLst>
          </p:cNvPr>
          <p:cNvSpPr txBox="1"/>
          <p:nvPr/>
        </p:nvSpPr>
        <p:spPr>
          <a:xfrm>
            <a:off x="3027339" y="374034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BEE4E2-072D-785E-8B11-838356DE602D}"/>
              </a:ext>
            </a:extLst>
          </p:cNvPr>
          <p:cNvSpPr txBox="1"/>
          <p:nvPr/>
        </p:nvSpPr>
        <p:spPr>
          <a:xfrm>
            <a:off x="3675804" y="483922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FA7FCB-43E3-E28E-80E8-685D44A8B17B}"/>
              </a:ext>
            </a:extLst>
          </p:cNvPr>
          <p:cNvSpPr txBox="1"/>
          <p:nvPr/>
        </p:nvSpPr>
        <p:spPr>
          <a:xfrm>
            <a:off x="6844115" y="47772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7871F9-8BCB-0AEE-6E33-0B8953A992D4}"/>
              </a:ext>
            </a:extLst>
          </p:cNvPr>
          <p:cNvCxnSpPr>
            <a:cxnSpLocks/>
          </p:cNvCxnSpPr>
          <p:nvPr/>
        </p:nvCxnSpPr>
        <p:spPr>
          <a:xfrm flipV="1">
            <a:off x="6604000" y="1901458"/>
            <a:ext cx="0" cy="23368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2CFFC48-B3F4-301E-0ED5-1CF9E767F1B9}"/>
              </a:ext>
            </a:extLst>
          </p:cNvPr>
          <p:cNvSpPr txBox="1"/>
          <p:nvPr/>
        </p:nvSpPr>
        <p:spPr>
          <a:xfrm>
            <a:off x="5059339" y="295172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5CDE6F-A58D-889C-3631-D026DFFD39B5}"/>
              </a:ext>
            </a:extLst>
          </p:cNvPr>
          <p:cNvSpPr txBox="1"/>
          <p:nvPr/>
        </p:nvSpPr>
        <p:spPr>
          <a:xfrm>
            <a:off x="7547860" y="2972292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Yes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65BEC96-DEAA-D8A9-4099-6CDDB91A3962}"/>
              </a:ext>
            </a:extLst>
          </p:cNvPr>
          <p:cNvSpPr/>
          <p:nvPr/>
        </p:nvSpPr>
        <p:spPr>
          <a:xfrm>
            <a:off x="4513894" y="4686546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F63499D-EA8C-8476-482C-434F0DD13250}"/>
              </a:ext>
            </a:extLst>
          </p:cNvPr>
          <p:cNvSpPr/>
          <p:nvPr/>
        </p:nvSpPr>
        <p:spPr>
          <a:xfrm>
            <a:off x="6958586" y="2392678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46AC6B0-84A5-5C9D-BC26-13ACA5EA422B}"/>
              </a:ext>
            </a:extLst>
          </p:cNvPr>
          <p:cNvSpPr/>
          <p:nvPr/>
        </p:nvSpPr>
        <p:spPr>
          <a:xfrm>
            <a:off x="5883194" y="2405119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7C102D4-3612-EC5C-19AC-B6864B7BEDAB}"/>
              </a:ext>
            </a:extLst>
          </p:cNvPr>
          <p:cNvSpPr/>
          <p:nvPr/>
        </p:nvSpPr>
        <p:spPr>
          <a:xfrm>
            <a:off x="3487203" y="2985531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5F61122-4EC8-0C35-0AB9-9B11D573279B}"/>
              </a:ext>
            </a:extLst>
          </p:cNvPr>
          <p:cNvSpPr/>
          <p:nvPr/>
        </p:nvSpPr>
        <p:spPr>
          <a:xfrm>
            <a:off x="3505779" y="3760618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4B6E678-A73D-E388-BD41-B292E23546A5}"/>
              </a:ext>
            </a:extLst>
          </p:cNvPr>
          <p:cNvSpPr/>
          <p:nvPr/>
        </p:nvSpPr>
        <p:spPr>
          <a:xfrm>
            <a:off x="2943218" y="822712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C70AFA2-C453-5348-792B-28AFC9B71CBA}"/>
              </a:ext>
            </a:extLst>
          </p:cNvPr>
          <p:cNvSpPr/>
          <p:nvPr/>
        </p:nvSpPr>
        <p:spPr>
          <a:xfrm>
            <a:off x="5883194" y="4733967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52964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270275-CBE9-4B4D-56DA-52DA948F6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209" y="1287493"/>
            <a:ext cx="9023582" cy="428301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9E695C4-6C26-CAA4-CBE7-805DF0BCA270}"/>
              </a:ext>
            </a:extLst>
          </p:cNvPr>
          <p:cNvSpPr/>
          <p:nvPr/>
        </p:nvSpPr>
        <p:spPr>
          <a:xfrm>
            <a:off x="1918010" y="4153158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1EEB4F-AE68-ABB2-5E61-52D16035A182}"/>
              </a:ext>
            </a:extLst>
          </p:cNvPr>
          <p:cNvSpPr/>
          <p:nvPr/>
        </p:nvSpPr>
        <p:spPr>
          <a:xfrm>
            <a:off x="3275733" y="4153158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8110CF-D6F6-E0D7-1F31-49DB59D127E8}"/>
              </a:ext>
            </a:extLst>
          </p:cNvPr>
          <p:cNvSpPr/>
          <p:nvPr/>
        </p:nvSpPr>
        <p:spPr>
          <a:xfrm>
            <a:off x="4590090" y="4947424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DC7668-0F98-5F60-6EB1-9A37F1FB7F94}"/>
              </a:ext>
            </a:extLst>
          </p:cNvPr>
          <p:cNvSpPr/>
          <p:nvPr/>
        </p:nvSpPr>
        <p:spPr>
          <a:xfrm>
            <a:off x="5947813" y="4947424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BE0FED-6BCE-F050-0A18-61CD4EDB8930}"/>
              </a:ext>
            </a:extLst>
          </p:cNvPr>
          <p:cNvSpPr/>
          <p:nvPr/>
        </p:nvSpPr>
        <p:spPr>
          <a:xfrm>
            <a:off x="7278773" y="4947424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8506C4-8747-16AF-58B2-28135FC7C725}"/>
              </a:ext>
            </a:extLst>
          </p:cNvPr>
          <p:cNvSpPr/>
          <p:nvPr/>
        </p:nvSpPr>
        <p:spPr>
          <a:xfrm>
            <a:off x="8609733" y="4947424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17DA35-52E2-B9F7-C9FA-E9E29CE4ABBA}"/>
              </a:ext>
            </a:extLst>
          </p:cNvPr>
          <p:cNvSpPr/>
          <p:nvPr/>
        </p:nvSpPr>
        <p:spPr>
          <a:xfrm>
            <a:off x="9930533" y="4337328"/>
            <a:ext cx="446049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7992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Ralf Becker</dc:creator>
  <cp:lastModifiedBy>Ralf Becker</cp:lastModifiedBy>
  <cp:revision>1</cp:revision>
  <dcterms:created xsi:type="dcterms:W3CDTF">2026-08-18T21:17:59Z</dcterms:created>
  <dcterms:modified xsi:type="dcterms:W3CDTF">2026-08-18T21:25:58Z</dcterms:modified>
</cp:coreProperties>
</file>